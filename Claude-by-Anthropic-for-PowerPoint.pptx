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27275A-5004-4488-BB2B-8541C3EB84DB}" v="6" dt="2018-08-08T09:05:58.3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51"/>
    <p:restoredTop sz="94647"/>
  </p:normalViewPr>
  <p:slideViewPr>
    <p:cSldViewPr snapToGrid="0" snapToObjects="1">
      <p:cViewPr varScale="1">
        <p:scale>
          <a:sx n="50" d="100"/>
          <a:sy n="50" d="100"/>
        </p:scale>
        <p:origin x="72" y="7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pages.store.office.com/addinsinstallpage.aspx?rs=en-US&amp;assetid=WA200010001&amp;isWac=True&amp;ui=en-US&amp;ad=US" TargetMode="Externa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LaunchHelpImage" descr="Office ribbon open on the Home tab.">
            <a:extLst>
              <a:ext uri="{FF2B5EF4-FFF2-40B4-BE49-F238E27FC236}">
                <a16:creationId xmlns:a16="http://schemas.microsoft.com/office/drawing/2014/main" id="{9F6644C8-9C25-4A33-B37A-9C5FA1BB43E1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914399" y="2450924"/>
            <a:ext cx="5943600" cy="2102400"/>
          </a:xfrm>
          <a:prstGeom prst="rect">
            <a:avLst/>
          </a:prstGeom>
          <a:ln>
            <a:noFill/>
          </a:ln>
        </p:spPr>
      </p:pic>
      <p:pic>
        <p:nvPicPr>
          <p:cNvPr id="23" name="CommandButton" descr="Command button for Claude by Anthropic for PowerPoint.">
            <a:extLst>
              <a:ext uri="{FF2B5EF4-FFF2-40B4-BE49-F238E27FC236}">
                <a16:creationId xmlns:a16="http://schemas.microsoft.com/office/drawing/2014/main" id="{D2614768-D639-430A-A805-FC966946EF5B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8019" y="3056220"/>
            <a:ext cx="473876" cy="478846"/>
          </a:xfrm>
          <a:prstGeom prst="rect">
            <a:avLst/>
          </a:prstGeom>
          <a:noFill/>
        </p:spPr>
      </p:pic>
      <p:pic>
        <p:nvPicPr>
          <p:cNvPr id="15" name="Add-in_Icon" descr="Icon for Claude by Anthropic for PowerPoint.">
            <a:extLst>
              <a:ext uri="{FF2B5EF4-FFF2-40B4-BE49-F238E27FC236}">
                <a16:creationId xmlns:a16="http://schemas.microsoft.com/office/drawing/2014/main" id="{1B82359A-FB32-493E-B411-3F0BBC45D5CE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p:sp>
        <p:nvSpPr>
          <p:cNvPr id="12" name="InstallationHelpContent">
            <a:extLst>
              <a:ext uri="{FF2B5EF4-FFF2-40B4-BE49-F238E27FC236}">
                <a16:creationId xmlns:a16="http://schemas.microsoft.com/office/drawing/2014/main" id="{2CA8B576-3688-4F36-8A9A-7852B92A0202}"/>
              </a:ext>
            </a:extLst>
          </p:cNvPr>
          <p:cNvSpPr txBox="1"/>
          <p:nvPr/>
        </p:nvSpPr>
        <p:spPr>
          <a:xfrm>
            <a:off x="914400" y="5284829"/>
            <a:ext cx="10063308" cy="4616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Return to your internet browser or copy this link into your browser:</a:t>
            </a:r>
          </a:p>
          <a:p>
            <a:pPr marL="0" indent="0" algn="l" defTabSz="914400" rtl="0" eaLnBrk="1" latinLnBrk="0" hangingPunct="1"/>
            <a:r>
              <a:rPr lang="en-US" sz="1200" b="0" i="0" u="sng" kern="1200" dirty="0">
                <a:solidFill>
                  <a:srgbClr val="0563C1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5"/>
              </a:rPr>
              <a:t>https://pages.store.office.com/addinsinstallpage.aspx?rs=en-US&amp;assetid=WA200010001&amp;isWac=True&amp;ui=en-US&amp;ad=US</a:t>
            </a:r>
            <a:endParaRPr lang="en-US" sz="1200" b="0" i="0" u="sng" kern="1200" dirty="0">
              <a:solidFill>
                <a:srgbClr val="0563C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InstallationHelpHeader">
            <a:extLst>
              <a:ext uri="{FF2B5EF4-FFF2-40B4-BE49-F238E27FC236}">
                <a16:creationId xmlns:a16="http://schemas.microsoft.com/office/drawing/2014/main" id="{64C02631-9FDD-4AF6-94C6-2FA9F2831D20}"/>
              </a:ext>
            </a:extLst>
          </p:cNvPr>
          <p:cNvSpPr txBox="1"/>
          <p:nvPr/>
        </p:nvSpPr>
        <p:spPr>
          <a:xfrm>
            <a:off x="914400" y="4916126"/>
            <a:ext cx="10063307" cy="3467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normAutofit lnSpcReduction="10000"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0" i="0">
                <a:latin typeface="Segoe UI Light" panose="020B0502040204020203" pitchFamily="34" charset="0"/>
                <a:cs typeface="Segoe UI Light" panose="020B0502040204020203" pitchFamily="34" charset="0"/>
              </a:rPr>
              <a:t>Need more help?</a:t>
            </a:r>
          </a:p>
        </p:txBody>
      </p:sp>
      <p:sp>
        <p:nvSpPr>
          <p:cNvPr id="13" name="GroupName">
            <a:extLst>
              <a:ext uri="{FF2B5EF4-FFF2-40B4-BE49-F238E27FC236}">
                <a16:creationId xmlns:a16="http://schemas.microsoft.com/office/drawing/2014/main" id="{A6817EF0-1454-46EA-8D01-85B74F1678B5}"/>
              </a:ext>
            </a:extLst>
          </p:cNvPr>
          <p:cNvSpPr txBox="1"/>
          <p:nvPr/>
        </p:nvSpPr>
        <p:spPr>
          <a:xfrm>
            <a:off x="5399979" y="3865366"/>
            <a:ext cx="909955" cy="30988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lang="en-GB" sz="800" kern="1200" dirty="0"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Claude</a:t>
            </a:r>
            <a:endParaRPr lang="en-IE" sz="1200" dirty="0">
              <a:effectLst/>
              <a:latin typeface="Segoe UI" panose="020B0502040204020203" pitchFamily="34" charset="0"/>
              <a:ea typeface="Times New Roman" panose="02020603050405020304" pitchFamily="18" charset="0"/>
              <a:cs typeface="Segoe UI" panose="020B0502040204020203" pitchFamily="34" charset="0"/>
            </a:endParaRPr>
          </a:p>
        </p:txBody>
      </p:sp>
      <p:sp>
        <p:nvSpPr>
          <p:cNvPr id="19" name="TabName">
            <a:extLst>
              <a:ext uri="{FF2B5EF4-FFF2-40B4-BE49-F238E27FC236}">
                <a16:creationId xmlns:a16="http://schemas.microsoft.com/office/drawing/2014/main" id="{703C7623-FC76-4CD5-823D-9B14460DB9E1}"/>
              </a:ext>
            </a:extLst>
          </p:cNvPr>
          <p:cNvSpPr txBox="1"/>
          <p:nvPr/>
        </p:nvSpPr>
        <p:spPr>
          <a:xfrm>
            <a:off x="1666462" y="2737247"/>
            <a:ext cx="1131132" cy="31870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B7472A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Home</a:t>
            </a:r>
            <a:endParaRPr lang="en-IE" sz="1200" dirty="0">
              <a:solidFill>
                <a:srgbClr val="B7472A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" name="LaunchHelpContent2">
            <a:extLst>
              <a:ext uri="{FF2B5EF4-FFF2-40B4-BE49-F238E27FC236}">
                <a16:creationId xmlns:a16="http://schemas.microsoft.com/office/drawing/2014/main" id="{2F3500B0-385B-4A8E-970C-87A5162E2948}"/>
              </a:ext>
            </a:extLst>
          </p:cNvPr>
          <p:cNvSpPr txBox="1"/>
          <p:nvPr/>
        </p:nvSpPr>
        <p:spPr>
          <a:xfrm>
            <a:off x="914400" y="2166716"/>
            <a:ext cx="10863192" cy="33405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baseline="0">
                <a:latin typeface="Segoe UI Semibold" panose="020B0702040204020203" pitchFamily="34" charset="0"/>
                <a:cs typeface="Segoe UI Semibold" panose="020B0702040204020203" pitchFamily="34" charset="0"/>
              </a:rPr>
              <a:t>On the Home tab</a:t>
            </a:r>
            <a:endParaRPr lang="en-US" sz="1200" b="0" i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1" name="LaunchHelpContent1">
            <a:extLst>
              <a:ext uri="{FF2B5EF4-FFF2-40B4-BE49-F238E27FC236}">
                <a16:creationId xmlns:a16="http://schemas.microsoft.com/office/drawing/2014/main" id="{3DDB314C-721F-4AB1-903B-8A65D874228D}"/>
              </a:ext>
            </a:extLst>
          </p:cNvPr>
          <p:cNvSpPr txBox="1"/>
          <p:nvPr/>
        </p:nvSpPr>
        <p:spPr>
          <a:xfrm>
            <a:off x="914400" y="1791044"/>
            <a:ext cx="10863192" cy="33405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After you install the add-in, you can launch it by choosing the add-in button on the Home tab</a:t>
            </a:r>
            <a:endParaRPr lang="en-US" sz="1200" b="1" i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LaunchHelpHeader">
            <a:extLst>
              <a:ext uri="{FF2B5EF4-FFF2-40B4-BE49-F238E27FC236}">
                <a16:creationId xmlns:a16="http://schemas.microsoft.com/office/drawing/2014/main" id="{AB584A37-30D1-4FA4-900C-FBDB774853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1239451"/>
            <a:ext cx="10863192" cy="496308"/>
          </a:xfrm>
          <a:prstGeom prst="rect">
            <a:avLst/>
          </a:prstGeom>
        </p:spPr>
        <p:txBody>
          <a:bodyPr wrap="none" lIns="0" rtlCol="0" anchor="ctr" anchorCtr="0">
            <a:norm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en-US" sz="2400" dirty="0">
                <a:latin typeface="Segoe UI Light" panose="020B0502040204020203" pitchFamily="34" charset="0"/>
                <a:cs typeface="Segoe UI Light" panose="020B0502040204020203" pitchFamily="34" charset="0"/>
              </a:rPr>
              <a:t>Launch the add-in</a:t>
            </a:r>
          </a:p>
        </p:txBody>
      </p:sp>
      <p:sp>
        <p:nvSpPr>
          <p:cNvPr id="14" name="Add-in_Banner">
            <a:extLst>
              <a:ext uri="{FF2B5EF4-FFF2-40B4-BE49-F238E27FC236}">
                <a16:creationId xmlns:a16="http://schemas.microsoft.com/office/drawing/2014/main" id="{E6F38A83-0D43-4BB2-A6E1-EF52D195B184}"/>
              </a:ext>
            </a:extLst>
          </p:cNvPr>
          <p:cNvSpPr txBox="1"/>
          <p:nvPr/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Claude by Anthropic for PowerPoint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15610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e86340f-d244-42ea-8f2c-38fa1fc7e9b4}">
  <we:reference id="WA200010001" version="1.0.0.1" store="en-US" storeType="OMEX"/>
  <we:alternateReferences/>
  <we:properties>
    <we:property name="Microsoft.Office.CampaignId" value="&quot;none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3" ma:contentTypeDescription="Create a new document." ma:contentTypeScope="" ma:versionID="d936d863d335d354da51eb78ca1ae338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5fbac08d56b1b04aa33acbc31e882ce9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17AB1FA-2F28-4684-9230-02ACEB6C0B0A}">
  <ds:schemaRefs>
    <ds:schemaRef ds:uri="b1e4d6ee-9f6f-43f8-a618-24f3d84da28f"/>
    <ds:schemaRef ds:uri="http://purl.org/dc/terms/"/>
    <ds:schemaRef ds:uri="http://schemas.openxmlformats.org/package/2006/metadata/core-properties"/>
    <ds:schemaRef ds:uri="f577acbf-5b0b-4b4f-9948-268e97f8d3a4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79EAE08-AAD0-49B9-BF66-164C225CC5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1516</TotalTime>
  <Words>83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Calibri Light</vt:lpstr>
      <vt:lpstr>Segoe UI</vt:lpstr>
      <vt:lpstr>Segoe UI Light</vt:lpstr>
      <vt:lpstr>Segoe UI Semibold</vt:lpstr>
      <vt:lpstr>Times New Roman</vt:lpstr>
      <vt:lpstr>Office Theme</vt:lpstr>
      <vt:lpstr>Launch the add-in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Jose Wang-Nava</cp:lastModifiedBy>
  <cp:revision>3</cp:revision>
  <dcterms:created xsi:type="dcterms:W3CDTF">2018-06-07T21:39:02Z</dcterms:created>
  <dcterms:modified xsi:type="dcterms:W3CDTF">2026-04-02T07:56:55Z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